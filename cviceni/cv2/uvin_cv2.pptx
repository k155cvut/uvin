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68FD38-21A7-4F88-815D-8C844E7B61C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028397-1152-4996-9DB8-A6D55A7C46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9ACA4D-84BC-4FAB-A8DC-A943E332B2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44AFD5-00AB-41FC-8661-78AE35113F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FE8C22-0669-46D4-A4FA-A435B8CC3A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94520D-EEBA-4057-B378-0EEC30F651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EF30C1-D63D-43CD-9807-4294348204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C44FA8-1559-498F-BC42-9D8FAE973B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162FE0-FADE-4487-BA60-0A7D9F083E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9B0502-F389-42DD-8733-B945E729FC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120" cy="41137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5320" cy="47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0720" cy="61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692A1C-CCC9-4B48-91F5-EEC9594AC2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40080" y="1828800"/>
            <a:ext cx="109717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Úvod do informatiky, cv. 2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828800" y="292608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Datové typy a vstup/výstup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457200"/>
            <a:ext cx="10971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Vzdálenost bodů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731520" y="1280160"/>
            <a:ext cx="100573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Jsou dány souřadnice bodů A (xa=10, ya=20), B (xb=40, yb=60). Vypočítejte jejich vzdálenost.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731520" y="4114800"/>
            <a:ext cx="10057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Motivace: návaznost na cv.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457200"/>
            <a:ext cx="10971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Převod úhlu DMS → DD.DDDD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731520" y="1280160"/>
            <a:ext cx="100573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Úhel je zadán pomocí stupňů, minut a vteřin (d=15, m=25, s=3.1). Převeďte jej na desetinné stupně.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731520" y="4114800"/>
            <a:ext cx="10057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Motivace: návaznost na cv.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3"/>
          <p:cNvSpPr/>
          <p:nvPr/>
        </p:nvSpPr>
        <p:spPr>
          <a:xfrm>
            <a:off x="457200" y="457200"/>
            <a:ext cx="10971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"/>
              </a:rPr>
              <a:t>3. Převod úhlu DD.DDDD →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731520" y="1280160"/>
            <a:ext cx="100573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"/>
              </a:rPr>
              <a:t>Úhel je zadán ve formě desetinných stupnů (deg=31.2482551).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Převeďte jej na stupňě, minuty a vteřiny.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731520" y="4114800"/>
            <a:ext cx="10057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Motivace: návaznost na cv.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457200" y="457200"/>
            <a:ext cx="10971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Skutečná vzdálenost vs. mapa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731520" y="1280160"/>
            <a:ext cx="100573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 mapě v měřítku 1 : 25 000 je vzdálenost mezi dvěma body 7,2 cm. Určete skutečnou vzdálenost v metrech a kilometrech.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731520" y="4114800"/>
            <a:ext cx="10057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Motivace: pochopení významu jednotlivých hodnot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457200"/>
            <a:ext cx="10971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5. Kruh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731520" y="1280160"/>
            <a:ext cx="100573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Je dán poloměr kruhu r = 12,5 m. Vypočítejte jeho obvod a obsah.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731520" y="4114800"/>
            <a:ext cx="10057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Motivace: konstanta, reálné číslo, mocnina a závorky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57200" y="457200"/>
            <a:ext cx="10971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6. Malý experiment s input()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731520" y="1280160"/>
            <a:ext cx="100573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FreeMono"/>
              </a:rPr>
              <a:t>x = input("x = ")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FreeMono"/>
              </a:rPr>
              <a:t>y = input("y = ")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FreeMono"/>
              </a:rPr>
              <a:t>print(x + 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Neopravujte program. Nejprve napište vlastní hypotézu, proč se chová právě takto.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731520" y="4114800"/>
            <a:ext cx="10057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Motivace: zjišťování datových typů pomocí type()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457200" y="457200"/>
            <a:ext cx="10971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7. AI až úplně na závěr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731520" y="1280160"/>
            <a:ext cx="100573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Program z předchozího bodu se nechová podle očekávání. Napište hypotézu, navrhněte opravu, vyzkoušejte ji a teprve potom porovnejte s AI.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31520" y="4114800"/>
            <a:ext cx="10057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Motivace: postup programátora při řešení problému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457200" y="457200"/>
            <a:ext cx="10971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8. Převod °C na °F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731520" y="1280160"/>
            <a:ext cx="100573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Uživatel zadá teplotu ve °C. Převeďte ji na °F.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731520" y="4114800"/>
            <a:ext cx="10057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Motivace: praktická aplikace práce s interaktivním vstupem a reálnými čísly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457200" y="457200"/>
            <a:ext cx="10971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9. Bankomat (bonus / domácí úloha)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731520" y="1280160"/>
            <a:ext cx="100573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Bankomat vydává bankovky 2000, 1000, 500, 200 a 100 Kč. Pro zadanou částku určete počet jednotlivých bankovek.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731520" y="4114800"/>
            <a:ext cx="100573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Motivace: procvičení operátorů // a %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LibreOffice/26.8.0.3$Linux_X86_64 LibreOffice_project/680$Build-3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2026-10-05T07:12:18Z</dcterms:created>
  <dc:creator>Landa, Martin</dc:creator>
  <dc:description/>
  <dc:language>en-US</dc:language>
  <cp:lastModifiedBy>Martin Landa</cp:lastModifiedBy>
  <dcterms:modified xsi:type="dcterms:W3CDTF">2026-10-05T11:10:30Z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Widescreen</vt:lpwstr>
  </property>
  <property fmtid="{D5CDD505-2E9C-101B-9397-08002B2CF9AE}" pid="4" name="Slides">
    <vt:i4>9</vt:i4>
  </property>
</Properties>
</file>