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486D045-1D29-42ED-BA1B-18D1927B41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EEAD33-AAF2-4192-A701-D570701550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014154-F525-4C05-9A4F-1D82B66CE3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3CE2D8-E554-45FE-BB2B-5D4134F11D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A90EA3-8356-4298-99E5-522CEBD40A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D827D9-A9A7-4F28-88E6-15041EBD6A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74F47E-5B5E-46B5-B51F-3361B624F1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23DC0D-5434-46A8-BE75-6A48BDCE8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BBF65C-D8AA-4A46-9966-E5EBD9C158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480" cy="4114080"/>
          </a:xfrm>
          <a:prstGeom prst="rect">
            <a:avLst/>
          </a:prstGeom>
          <a:ln w="0">
            <a:noFill/>
          </a:ln>
        </p:spPr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5680" cy="479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080" cy="61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E09E4F-1455-4308-9CB1-4E087D46B8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EA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182880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Úvod do informatiky, cv. 2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1828800" y="29260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Datové typy a vstup/výstup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1. Vzdálenost bodů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Jsou dány souřadnice bodů A (xa=10, ya=20), B (xb=40, yb=60). Vypočítejte jejich vzdálenost.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návaznost na cv.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2. Převod úhlu DMS → DD.DDDD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Úhel je zadán pomocí stupňů, minut a vteřin. Převeďte jej na desetinné stupně.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návaznost na cv.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3. Skutečná vzdálenost vs. mapa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Na mapě v měřítku 1 : 25 000 je vzdálenost mezi dvěma body 7,2 cm. Určete skutečnou vzdálenost v metrech a kilometrech.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pochopení významu jednotlivých hodnot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4. Kruh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Je dán poloměr kruhu r = 12,5 m. Vypočítejte jeho obvod a obsah.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konstanta, reálné číslo, mocnina a závorky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5. Malý experiment s input()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FreeMono"/>
              </a:rPr>
              <a:t>x = input("x = ")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FreeMono"/>
              </a:rPr>
              <a:t>y = input("y = ")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FreeMono"/>
              </a:rPr>
              <a:t>print(x + y)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Neopravujte program. Nejprve napište vlastní hypotézu, proč se chová právě takto.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zjišťování datových typů pomocí type()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6. AI až úplně na závěr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Program z předchozího bodu se nechová podle očekávání. Napište hypotézu, navrhněte opravu, vyzkoušejte ji a teprve potom porovnejte s AI.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postup programátora při řešení problému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7. Převod °C na °F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Uživatel zadá teplotu ve °C. Převeďte ji na °F.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praktická aplikace práce s interaktivním vstupem a reálnými čísly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457200" y="457200"/>
            <a:ext cx="109720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8. Bankomat (bonus / domácí úloha)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731520" y="1280160"/>
            <a:ext cx="1005768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Bankomat vydává bankovky 2000, 1000, 500, 200 a 100 Kč. Pro zadanou částku určete počet jednotlivých bankovek.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731520" y="4114800"/>
            <a:ext cx="100576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Motivace: procvičení operátorů // a %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LibreOffice/26.8.0.3$Linux_X86_64 LibreOffice_project/680$Build-3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2026-10-05T07:12:18Z</dcterms:created>
  <dc:creator>Landa, Martin</dc:creator>
  <dc:description/>
  <dc:language>en-US</dc:language>
  <cp:lastModifiedBy>Martin Landa</cp:lastModifiedBy>
  <dcterms:modified xsi:type="dcterms:W3CDTF">2026-10-05T09:28:06Z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Widescreen</vt:lpwstr>
  </property>
  <property fmtid="{D5CDD505-2E9C-101B-9397-08002B2CF9AE}" pid="4" name="Slides">
    <vt:i4>9</vt:i4>
  </property>
</Properties>
</file>