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085F90-C8E5-85AC-58E3-0298D20D6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44ECD0F-EBFC-F26F-DFC1-91D181BCA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1FF950-F892-BFD0-0964-E9E720E4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150559C-A5DD-770D-C252-A52497A2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AECD1A6-6B6B-5A5B-67A8-EA3F48AB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1663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28F7F-02CA-3700-E597-DDA7641DE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A997A2-7F93-7AE1-0E81-E4EF37A50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0454F3C-1F40-4547-6555-0A7F3933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806D280-34CB-1557-427B-431AD759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20FF1E-5756-EFB2-936B-BF7A407F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644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6889C4-265A-AC6E-1ACA-BF9A9CFEC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D4CF94B-016A-4AB6-7261-61ACC095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80B60-DD4C-3E2B-0F7D-25419246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73C1599-CE9B-485E-C52D-9FB8AF08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7C13E3D-7CA5-0E97-5390-22BC77C2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701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2959AA-B914-D79D-72B2-063EDFCD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21FAA1-8AF0-B84F-2025-AE91ED9E5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CBB4F7B-2304-28DC-BF32-35F374CC7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43779C4-6778-BC2D-3D24-27637168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BF9070A-2A47-9894-9A12-602F1ABD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AAAF83-049F-FF99-F878-56185A71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505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FDEED1-4990-A623-0FAE-53344DCC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C1E2231-DEE5-9F94-F17D-59F10744A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EAD81BB-BCFA-D79A-0E1C-0E5437E47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E271199-1033-348D-04F3-C58A90F6F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E727849-FECD-6578-2C04-FC53B07D6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E05C178-8AE5-A3B4-629A-7C2095602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6206D6A1-ACDF-EFD0-C8BD-68914456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B31E33AE-1B99-2C87-9D42-CC48D0D6B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608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A2BBD8-FB8D-3BD1-D73D-9E866DCF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1AD17BF-15B2-3758-3003-1A46821C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A5240D0-B60C-7AA4-F09D-12F4C93D8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0536295-24EA-5D5F-F999-F046CB9A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58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DEBED22C-66FA-E8E4-97C1-401292C94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F567EB4-405B-F8B9-999B-414E769E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7BC05C2-8926-F142-86BE-7B8405A4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1612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CEC994-C849-C63D-3B09-2E33882C8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E41E2E-4DA5-751A-E2C8-FC9025A70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C0688BE-5B19-B558-1BBD-0CC092E85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18BC6C8-F80E-3C43-9E5E-533E7A15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80EA589-2E8F-0CEE-7AFF-E9DEDAB6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2FF8597-C702-D806-EEF2-52F31579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637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CC9E1A-C75A-90B2-C92F-99763298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A4B4B04-D115-E0CD-3878-1F394872A2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75923FA-3DAD-D85D-0904-89A0417CC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942F9D0-67C9-A05E-48B6-809E4DB52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502E0E7-D8BB-6B5A-1F6F-191DC3E2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D925512-F9CA-11BE-01EF-36D885B4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589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DDE47A-91D7-115F-C996-F67F4BC3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05C8A37-1471-C2BB-71D2-098A64673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ACA7E6C-E66E-4F19-65F8-DDED9C28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FEF44E-F084-8632-B4F7-ACC0517D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263CEAF-CAA8-6131-E777-3717F13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971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6A5E898-D0CF-AED5-0C62-F46396669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191BFB7-6D07-3756-6B94-A88160C1A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45BE8BA-EB87-276B-84E5-ECED6B63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8A62BB3-8F02-5330-00FB-46690858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F6D4E88-9363-4660-8CE4-2333FB2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571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7BE3D7B8-92E6-F1EB-617C-5EBB4EE0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C8BD97D-5704-62D7-77EB-CCF1BC928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44DB382-A480-C2C6-9270-66EF2A6D3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B74598-C75C-4D9E-AE48-A42264AA66DE}" type="datetimeFigureOut">
              <a:rPr lang="cs-CZ" smtClean="0"/>
              <a:t>29.09.2026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666B940-C7B8-3EFA-5598-53511E672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6436B40-372F-54E2-3AA3-9DE5BA0E4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865DC-9A26-4B98-98D1-60A6FBF7C1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9543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3D3C6-A449-32CA-BCF3-3D1C0963E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Úvod do informatiky, </a:t>
            </a:r>
            <a:r>
              <a:rPr lang="cs-CZ" dirty="0" err="1"/>
              <a:t>cv</a:t>
            </a:r>
            <a:r>
              <a:rPr lang="cs-CZ" dirty="0"/>
              <a:t>. 1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60A60D8-1DF8-B1C9-D221-9D2366068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Problémy a algoritmy</a:t>
            </a:r>
          </a:p>
        </p:txBody>
      </p:sp>
    </p:spTree>
    <p:extLst>
      <p:ext uri="{BB962C8B-B14F-4D97-AF65-F5344CB8AC3E}">
        <p14:creationId xmlns:p14="http://schemas.microsoft.com/office/powerpoint/2010/main" val="169908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801B43-5845-2620-5D1C-B9F95C3E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1. </a:t>
            </a:r>
            <a:r>
              <a:rPr lang="en-US" b="1" dirty="0"/>
              <a:t>DMS-&gt;DD.DDDD</a:t>
            </a:r>
            <a:endParaRPr lang="cs-CZ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F7E93FCD-C24F-928B-7D08-0D4B792CB2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cs-CZ" dirty="0"/>
                  <a:t>Převeďte úhel </a:t>
                </a:r>
                <a14:m>
                  <m:oMath xmlns:m="http://schemas.openxmlformats.org/officeDocument/2006/math">
                    <m:r>
                      <a:rPr lang="cs-CZ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cs-CZ" dirty="0"/>
                  <a:t>vyjádřený v </a:t>
                </a:r>
                <a:r>
                  <a:rPr lang="cs-CZ" dirty="0" err="1"/>
                  <a:t>deg</a:t>
                </a:r>
                <a:r>
                  <a:rPr lang="cs-CZ" dirty="0"/>
                  <a:t>, min, sec na reálné číslo.</a:t>
                </a:r>
              </a:p>
              <a:p>
                <a:pPr marL="0" indent="0">
                  <a:buNone/>
                </a:pPr>
                <a:r>
                  <a:rPr lang="en-US" dirty="0"/>
                  <a:t>Předpokládáme: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cs-CZ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cs-CZ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cs-CZ">
                        <a:latin typeface="Cambria Math" panose="02040503050406030204" pitchFamily="18" charset="0"/>
                      </a:rPr>
                      <m:t>,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.</a:t>
                </a:r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  <a:p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F7E93FCD-C24F-928B-7D08-0D4B792CB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342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3DF97B-31B5-4A45-022C-7DE69E62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2. Bod uvnitř obdélníku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B637B787-4B59-BD0D-9990-04772946E3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Obdélník</a:t>
                </a:r>
                <a:r>
                  <a:rPr lang="en-US" dirty="0"/>
                  <a:t> je </a:t>
                </a:r>
                <a:r>
                  <a:rPr lang="en-US" dirty="0" err="1"/>
                  <a:t>daný</a:t>
                </a:r>
                <a:r>
                  <a:rPr lang="en-US" dirty="0"/>
                  <a:t> </a:t>
                </a:r>
                <a:r>
                  <a:rPr lang="en-US" dirty="0" err="1"/>
                  <a:t>dvěma</a:t>
                </a:r>
                <a:r>
                  <a:rPr lang="en-US" dirty="0"/>
                  <a:t> body </a:t>
                </a:r>
                <a14:m>
                  <m:oMath xmlns:m="http://schemas.openxmlformats.org/officeDocument/2006/math">
                    <m:r>
                      <a:rPr lang="cs-CZ" i="1"/>
                      <m:t>𝐴</m:t>
                    </m:r>
                    <m:r>
                      <a:rPr lang="cs-CZ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cs-CZ" i="1"/>
                        </m:ctrlPr>
                      </m:dPr>
                      <m:e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𝑥</m:t>
                            </m:r>
                          </m:e>
                          <m:sub>
                            <m:r>
                              <a:rPr lang="cs-CZ" i="1"/>
                              <m:t>𝑎</m:t>
                            </m:r>
                          </m:sub>
                        </m:sSub>
                        <m:r>
                          <a:rPr lang="cs-CZ"/>
                          <m:t>,</m:t>
                        </m:r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𝑦</m:t>
                            </m:r>
                          </m:e>
                          <m:sub>
                            <m:r>
                              <a:rPr lang="cs-CZ" i="1"/>
                              <m:t>𝑎</m:t>
                            </m:r>
                          </m:sub>
                        </m:sSub>
                      </m:e>
                    </m:d>
                    <m:r>
                      <a:rPr lang="cs-CZ"/>
                      <m:t>,</m:t>
                    </m:r>
                    <m:r>
                      <a:rPr lang="cs-CZ" i="1"/>
                      <m:t>𝐵</m:t>
                    </m:r>
                    <m:r>
                      <a:rPr lang="cs-CZ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cs-CZ" i="1"/>
                        </m:ctrlPr>
                      </m:dPr>
                      <m:e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𝑥</m:t>
                            </m:r>
                          </m:e>
                          <m:sub>
                            <m:r>
                              <a:rPr lang="cs-CZ" i="1"/>
                              <m:t>𝑏</m:t>
                            </m:r>
                          </m:sub>
                        </m:sSub>
                        <m:r>
                          <a:rPr lang="cs-CZ"/>
                          <m:t>,</m:t>
                        </m:r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𝑦</m:t>
                            </m:r>
                          </m:e>
                          <m:sub>
                            <m:r>
                              <a:rPr lang="cs-CZ" i="1"/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ležícími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úhlopříčce</a:t>
                </a:r>
                <a:r>
                  <a:rPr lang="en-US" dirty="0"/>
                  <a:t>. </a:t>
                </a:r>
                <a:r>
                  <a:rPr lang="en-US" dirty="0" err="1"/>
                  <a:t>Otestujte</a:t>
                </a:r>
                <a:r>
                  <a:rPr lang="en-US" dirty="0"/>
                  <a:t>, </a:t>
                </a:r>
                <a:r>
                  <a:rPr lang="en-US" dirty="0" err="1"/>
                  <a:t>zda</a:t>
                </a:r>
                <a:r>
                  <a:rPr lang="en-US" dirty="0"/>
                  <a:t> bod </a:t>
                </a:r>
                <a14:m>
                  <m:oMath xmlns:m="http://schemas.openxmlformats.org/officeDocument/2006/math">
                    <m:r>
                      <a:rPr lang="cs-CZ" i="1"/>
                      <m:t>𝑃</m:t>
                    </m:r>
                    <m:r>
                      <a:rPr lang="cs-CZ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cs-CZ" i="1"/>
                        </m:ctrlPr>
                      </m:dPr>
                      <m:e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𝑥</m:t>
                            </m:r>
                          </m:e>
                          <m:sub>
                            <m:r>
                              <a:rPr lang="cs-CZ" i="1"/>
                              <m:t>𝑝</m:t>
                            </m:r>
                          </m:sub>
                        </m:sSub>
                        <m:r>
                          <a:rPr lang="cs-CZ"/>
                          <m:t>,</m:t>
                        </m:r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𝑦</m:t>
                            </m:r>
                          </m:e>
                          <m:sub>
                            <m:r>
                              <a:rPr lang="cs-CZ" i="1"/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leží</a:t>
                </a:r>
                <a:r>
                  <a:rPr lang="en-US" dirty="0"/>
                  <a:t> </a:t>
                </a:r>
                <a:r>
                  <a:rPr lang="en-US" dirty="0" err="1"/>
                  <a:t>uvnitř</a:t>
                </a:r>
                <a:r>
                  <a:rPr lang="en-US" dirty="0"/>
                  <a:t> </a:t>
                </a:r>
                <a:r>
                  <a:rPr lang="en-US" dirty="0" err="1"/>
                  <a:t>tohoto</a:t>
                </a:r>
                <a:r>
                  <a:rPr lang="en-US" dirty="0"/>
                  <a:t> </a:t>
                </a:r>
                <a:r>
                  <a:rPr lang="en-US" dirty="0" err="1"/>
                  <a:t>obdélníku</a:t>
                </a:r>
                <a:r>
                  <a:rPr lang="cs-CZ" dirty="0"/>
                  <a:t>.</a:t>
                </a:r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B637B787-4B59-BD0D-9990-04772946E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485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BC46F1-98F3-F44C-04BE-2213D3AA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3. Vzdálenost dvou bodů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5BD3A370-3C8D-4BA0-032A-A93125DA38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err="1"/>
                  <a:t>Jsou</a:t>
                </a:r>
                <a:r>
                  <a:rPr lang="en-US" dirty="0"/>
                  <a:t> </a:t>
                </a:r>
                <a:r>
                  <a:rPr lang="en-US" dirty="0" err="1"/>
                  <a:t>dány</a:t>
                </a:r>
                <a:r>
                  <a:rPr lang="en-US" dirty="0"/>
                  <a:t> </a:t>
                </a:r>
                <a:r>
                  <a:rPr lang="en-US" dirty="0" err="1"/>
                  <a:t>dva</a:t>
                </a:r>
                <a:r>
                  <a:rPr lang="en-US" dirty="0"/>
                  <a:t> body </a:t>
                </a:r>
                <a14:m>
                  <m:oMath xmlns:m="http://schemas.openxmlformats.org/officeDocument/2006/math">
                    <m:r>
                      <a:rPr lang="cs-CZ" i="1"/>
                      <m:t>𝐴</m:t>
                    </m:r>
                    <m:r>
                      <a:rPr lang="cs-CZ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cs-CZ" i="1"/>
                        </m:ctrlPr>
                      </m:dPr>
                      <m:e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𝑥</m:t>
                            </m:r>
                          </m:e>
                          <m:sub>
                            <m:r>
                              <a:rPr lang="cs-CZ" i="1"/>
                              <m:t>𝑎</m:t>
                            </m:r>
                          </m:sub>
                        </m:sSub>
                        <m:r>
                          <a:rPr lang="cs-CZ"/>
                          <m:t>,</m:t>
                        </m:r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𝑦</m:t>
                            </m:r>
                          </m:e>
                          <m:sub>
                            <m:r>
                              <a:rPr lang="cs-CZ" i="1"/>
                              <m:t>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 </a:t>
                </a:r>
                <a14:m>
                  <m:oMath xmlns:m="http://schemas.openxmlformats.org/officeDocument/2006/math">
                    <m:r>
                      <a:rPr lang="cs-CZ" i="1"/>
                      <m:t>𝐵</m:t>
                    </m:r>
                    <m:r>
                      <a:rPr lang="cs-CZ"/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cs-CZ" i="1"/>
                        </m:ctrlPr>
                      </m:dPr>
                      <m:e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𝑥</m:t>
                            </m:r>
                          </m:e>
                          <m:sub>
                            <m:r>
                              <a:rPr lang="cs-CZ" i="1"/>
                              <m:t>𝑏</m:t>
                            </m:r>
                          </m:sub>
                        </m:sSub>
                        <m:r>
                          <a:rPr lang="cs-CZ"/>
                          <m:t>,</m:t>
                        </m:r>
                        <m:sSub>
                          <m:sSubPr>
                            <m:ctrlPr>
                              <a:rPr lang="cs-CZ" i="1"/>
                            </m:ctrlPr>
                          </m:sSubPr>
                          <m:e>
                            <m:r>
                              <a:rPr lang="cs-CZ" i="1"/>
                              <m:t>𝑦</m:t>
                            </m:r>
                          </m:e>
                          <m:sub>
                            <m:r>
                              <a:rPr lang="cs-CZ" i="1"/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 </a:t>
                </a:r>
                <a:endParaRPr lang="cs-CZ" dirty="0"/>
              </a:p>
              <a:p>
                <a:pPr marL="0" indent="0">
                  <a:buNone/>
                </a:pPr>
                <a:r>
                  <a:rPr lang="en-US" dirty="0" err="1"/>
                  <a:t>Spočtěte</a:t>
                </a:r>
                <a:r>
                  <a:rPr lang="en-US" dirty="0"/>
                  <a:t> </a:t>
                </a:r>
                <a:r>
                  <a:rPr lang="en-US" dirty="0" err="1"/>
                  <a:t>jejich</a:t>
                </a:r>
                <a:r>
                  <a:rPr lang="en-US" dirty="0"/>
                  <a:t> </a:t>
                </a:r>
                <a:r>
                  <a:rPr lang="en-US" dirty="0" err="1"/>
                  <a:t>vzdálenost</a:t>
                </a: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5BD3A370-3C8D-4BA0-032A-A93125DA3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50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FD2FE7-6B1C-5286-D41A-265D4A21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4. Normalizace úhlu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7D2416E5-C9B6-2B6B-DDBE-814C735E76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Převeďte </a:t>
                </a:r>
                <a:r>
                  <a:rPr lang="en-US" dirty="0" err="1"/>
                  <a:t>libovolný</a:t>
                </a:r>
                <a:r>
                  <a:rPr lang="en-US" dirty="0"/>
                  <a:t> </a:t>
                </a:r>
                <a:r>
                  <a:rPr lang="en-US" dirty="0" err="1"/>
                  <a:t>úhel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cs-CZ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 err="1"/>
                  <a:t>na</a:t>
                </a:r>
                <a:r>
                  <a:rPr lang="en-US" dirty="0"/>
                  <a:t> interval</a:t>
                </a:r>
                <a:r>
                  <a:rPr lang="cs-CZ" dirty="0"/>
                  <a:t> 0</a:t>
                </a:r>
                <a:r>
                  <a:rPr lang="cs-CZ" dirty="0">
                    <a:sym typeface="Symbol" panose="05050102010706020507" pitchFamily="18" charset="2"/>
                  </a:rPr>
                  <a:t></a:t>
                </a:r>
                <a:r>
                  <a:rPr lang="cs-CZ" dirty="0"/>
                  <a:t> </a:t>
                </a:r>
                <a14:m>
                  <m:oMath xmlns:m="http://schemas.openxmlformats.org/officeDocument/2006/math">
                    <m:r>
                      <a:rPr lang="cs-CZ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cs-CZ" dirty="0"/>
                  <a:t>360</a:t>
                </a:r>
                <a:r>
                  <a:rPr lang="cs-CZ" dirty="0">
                    <a:sym typeface="Symbol" panose="05050102010706020507" pitchFamily="18" charset="2"/>
                  </a:rPr>
                  <a:t></a:t>
                </a:r>
                <a:r>
                  <a:rPr lang="en-US" dirty="0">
                    <a:sym typeface="Symbol" panose="05050102010706020507" pitchFamily="18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Předpokládáme: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7D2416E5-C9B6-2B6B-DDBE-814C735E76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828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0EAD41-0E8E-569E-8FD9-5B5456FA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DD.DDDD-&gt;DMS</a:t>
            </a:r>
            <a:endParaRPr lang="cs-CZ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57F7F889-F805-2626-3035-271D6EF93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cs-CZ" dirty="0"/>
                  <a:t>Převeďte úhel </a:t>
                </a:r>
                <a14:m>
                  <m:oMath xmlns:m="http://schemas.openxmlformats.org/officeDocument/2006/math">
                    <m:r>
                      <a:rPr lang="cs-CZ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cs-CZ" dirty="0"/>
                  <a:t>vyjádřený </a:t>
                </a:r>
                <a:r>
                  <a:rPr lang="en-US" dirty="0" err="1"/>
                  <a:t>jako</a:t>
                </a:r>
                <a:r>
                  <a:rPr lang="en-US" dirty="0"/>
                  <a:t> </a:t>
                </a:r>
                <a:r>
                  <a:rPr lang="cs-CZ" dirty="0"/>
                  <a:t>reálné číslo</a:t>
                </a:r>
                <a:r>
                  <a:rPr lang="en-US" dirty="0"/>
                  <a:t> </a:t>
                </a:r>
                <a:r>
                  <a:rPr lang="en-US" dirty="0" err="1"/>
                  <a:t>na</a:t>
                </a:r>
                <a:r>
                  <a:rPr lang="cs-CZ" dirty="0"/>
                  <a:t> </a:t>
                </a:r>
                <a:r>
                  <a:rPr lang="cs-CZ" dirty="0" err="1"/>
                  <a:t>deg</a:t>
                </a:r>
                <a:r>
                  <a:rPr lang="cs-CZ" dirty="0"/>
                  <a:t>, min, se</a:t>
                </a:r>
                <a:r>
                  <a:rPr lang="en-US" dirty="0"/>
                  <a:t>c.</a:t>
                </a:r>
              </a:p>
              <a:p>
                <a:pPr marL="0" indent="0">
                  <a:buNone/>
                </a:pPr>
                <a:r>
                  <a:rPr lang="en-US" dirty="0"/>
                  <a:t>Předpokládáme: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cs-CZ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cs-CZ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cs-CZ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cs-CZ">
                        <a:latin typeface="Cambria Math" panose="02040503050406030204" pitchFamily="18" charset="0"/>
                      </a:rPr>
                      <m:t>,</m:t>
                    </m:r>
                    <m:r>
                      <a:rPr lang="cs-CZ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cs-CZ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∈</m:t>
                    </m:r>
                    <m:r>
                      <a:rPr lang="cs-CZ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dirty="0"/>
                  <a:t>.</a:t>
                </a:r>
                <a:endParaRPr lang="cs-CZ" dirty="0"/>
              </a:p>
              <a:p>
                <a:pPr marL="0" indent="0">
                  <a:buNone/>
                </a:pPr>
                <a:endParaRPr lang="cs-CZ" dirty="0"/>
              </a:p>
            </p:txBody>
          </p:sp>
        </mc:Choice>
        <mc:Fallback>
          <p:sp>
            <p:nvSpPr>
              <p:cNvPr id="3" name="Zástupný obsah 2">
                <a:extLst>
                  <a:ext uri="{FF2B5EF4-FFF2-40B4-BE49-F238E27FC236}">
                    <a16:creationId xmlns:a16="http://schemas.microsoft.com/office/drawing/2014/main" id="{57F7F889-F805-2626-3035-271D6EF93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3377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27</TotalTime>
  <Words>165</Words>
  <Application>Microsoft Office PowerPoint</Application>
  <PresentationFormat>Širokoúhlá obrazovka</PresentationFormat>
  <Paragraphs>16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Symbol</vt:lpstr>
      <vt:lpstr>Motiv Office</vt:lpstr>
      <vt:lpstr>Úvod do informatiky, cv. 1</vt:lpstr>
      <vt:lpstr>1. DMS-&gt;DD.DDDD</vt:lpstr>
      <vt:lpstr>2. Bod uvnitř obdélníku</vt:lpstr>
      <vt:lpstr>3. Vzdálenost dvou bodů</vt:lpstr>
      <vt:lpstr>4. Normalizace úhlu</vt:lpstr>
      <vt:lpstr>5. DD.DDDD-&gt;DMS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XXX</dc:creator>
  <cp:lastModifiedBy>XXX</cp:lastModifiedBy>
  <cp:revision>8</cp:revision>
  <dcterms:created xsi:type="dcterms:W3CDTF">2026-09-28T22:21:02Z</dcterms:created>
  <dcterms:modified xsi:type="dcterms:W3CDTF">2026-09-28T22:48:52Z</dcterms:modified>
</cp:coreProperties>
</file>